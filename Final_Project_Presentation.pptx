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Cloud Monitoring &amp; Threat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Phase-1 Prototype + Complete System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Cloud environments generate massive logs every second.</a:t>
            </a:r>
          </a:p>
          <a:p>
            <a:pPr lvl="1"/>
            <a:r>
              <a:t>Traditional signature-based systems fail against zero-day attacks.</a:t>
            </a:r>
          </a:p>
          <a:p>
            <a:pPr lvl="1"/>
            <a:r>
              <a:t>Modern threats exploit misconfigurations, IAM abuse, and unusual activity.</a:t>
            </a:r>
          </a:p>
          <a:p>
            <a:pPr lvl="1"/>
            <a:r>
              <a:t>Need: Real-time, ML-driven detection pipeline for cloud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Phase-1 Prototype (Completed)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JSON logs simulating CloudTrail data.</a:t>
            </a:r>
          </a:p>
          <a:p>
            <a:pPr lvl="1"/>
            <a:r>
              <a:t>End-to-end anomaly detection using Isolation Forest.</a:t>
            </a:r>
          </a:p>
          <a:p>
            <a:pPr lvl="1"/>
            <a:r>
              <a:t>Feature extraction: timestamp, user behavior, event patterns, IP heuristics.</a:t>
            </a:r>
          </a:p>
          <a:p>
            <a:pPr lvl="1"/>
            <a:r>
              <a:t>Real-time dashboard using Streamlit.</a:t>
            </a:r>
          </a:p>
          <a:p>
            <a:pPr lvl="1"/>
            <a:r>
              <a:t>Outputs: anomalies.csv + dashboard visual alerts.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CloudTrail is Essential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CloudTrail records every action performed in AWS (API calls, IAM changes, logins).</a:t>
            </a:r>
          </a:p>
          <a:p>
            <a:pPr lvl="1"/>
            <a:r>
              <a:t>It is the single source of truth for cloud security monitoring.</a:t>
            </a:r>
          </a:p>
          <a:p>
            <a:pPr lvl="1"/>
            <a:r>
              <a:t>Provides real, continuous audit logs required for ML pipelines.</a:t>
            </a:r>
          </a:p>
          <a:p>
            <a:pPr lvl="1"/>
            <a:r>
              <a:t>Allows detection of privilege escalation, unusual activity, resource tampering.</a:t>
            </a:r>
          </a:p>
          <a:p>
            <a:pPr lvl="1"/>
            <a:endParaRPr/>
          </a:p>
          <a:p>
            <a:pPr lvl="1"/>
            <a:r>
              <a:t>⚠️ BUT CloudTrail free retention lasts only 90 days.</a:t>
            </a:r>
          </a:p>
          <a:p>
            <a:pPr lvl="1"/>
            <a:r>
              <a:t>Enabling it now would waste the free period before Phase-2/3 development.</a:t>
            </a:r>
          </a:p>
          <a:p>
            <a:pPr lvl="1"/>
            <a:r>
              <a:t>Hence: CloudTrail intentionally not enabled at Phase-1.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Final Architecture (End Goal, 6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CloudTrail → S3 (Raw Logs)</a:t>
            </a:r>
          </a:p>
          <a:p>
            <a:pPr lvl="1"/>
            <a:r>
              <a:t>MSK / Kinesis → Real-time Ingestion</a:t>
            </a:r>
          </a:p>
          <a:p>
            <a:pPr lvl="1"/>
            <a:r>
              <a:t>Lambda / Spark Streaming → Preprocessing &amp; Feature Extraction</a:t>
            </a:r>
          </a:p>
          <a:p>
            <a:pPr lvl="1"/>
            <a:r>
              <a:t>SageMaker → ML Model Hosting (Isolation Forest, Autoencoder, LSTM)</a:t>
            </a:r>
          </a:p>
          <a:p>
            <a:pPr lvl="1"/>
            <a:r>
              <a:t>OpenSearch / Grafana → Security Operations Dashboard</a:t>
            </a:r>
          </a:p>
          <a:p>
            <a:pPr lvl="1"/>
            <a:r>
              <a:t>SNS / SOAR → Automated Response (alerting, user isolation, IP blocks)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Full Final Cloud Workflow (Explained)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1. CloudTrail collects all AWS actions and writes logs to S3.</a:t>
            </a:r>
          </a:p>
          <a:p>
            <a:pPr lvl="1"/>
            <a:r>
              <a:t>2. Kafka/Kinesis streams logs in real-time for processing.</a:t>
            </a:r>
          </a:p>
          <a:p>
            <a:pPr lvl="1"/>
            <a:r>
              <a:t>3. AWS Lambda/Spark converts logs → features for ML models.</a:t>
            </a:r>
          </a:p>
          <a:p>
            <a:pPr lvl="1"/>
            <a:r>
              <a:t>4. SageMaker hosts the ML models (unsupervised + supervised).</a:t>
            </a:r>
          </a:p>
          <a:p>
            <a:pPr lvl="1"/>
            <a:r>
              <a:t>5. Streamlit/OpenSearch dashboards visualize anomalies.</a:t>
            </a:r>
          </a:p>
          <a:p>
            <a:pPr lvl="1"/>
            <a:r>
              <a:t>6. SNS/Slack/Email sends real-time incident alerts.</a:t>
            </a:r>
          </a:p>
          <a:p>
            <a:pPr lvl="1"/>
            <a:r>
              <a:t>7. SOAR automates response (IAM quarantine, IP block, EC2 isolation).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Machine Learning Models (Final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1. Isolation Forest → anomaly detection on structured logs.</a:t>
            </a:r>
          </a:p>
          <a:p>
            <a:pPr lvl="1"/>
            <a:r>
              <a:t>2. Autoencoder → detect unseen patterns using reconstruction loss.</a:t>
            </a:r>
          </a:p>
          <a:p>
            <a:pPr lvl="1"/>
            <a:r>
              <a:t>3. LSTM → detect suspicious sequences of commands or events.</a:t>
            </a:r>
          </a:p>
          <a:p>
            <a:pPr lvl="1"/>
            <a:r>
              <a:t>4. XGBoost → classify known attack signatures and behaviors.</a:t>
            </a:r>
          </a:p>
          <a:p>
            <a:pPr lvl="1"/>
            <a:r>
              <a:t>Hybrid Model = Best of supervised + unsupervised + sequence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Phase-2 (Cloud Integration)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CloudTrail (timed with development).</a:t>
            </a:r>
          </a:p>
          <a:p>
            <a:pPr lvl="1"/>
            <a:r>
              <a:t>Build ingestion: S3 + Kafka or Kinesis.</a:t>
            </a:r>
          </a:p>
          <a:p>
            <a:pPr lvl="1"/>
            <a:r>
              <a:t>Deploy preprocessing using Lambda/Spark.</a:t>
            </a:r>
          </a:p>
          <a:p>
            <a:pPr lvl="1"/>
            <a:r>
              <a:t>Connect pipeline to real-time dashboard.</a:t>
            </a:r>
          </a:p>
          <a:p>
            <a:pPr lvl="1"/>
            <a:r>
              <a:t>Start collecting real AWS logs for ML retraining.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9A55-EC01-15B8-CAA2-D3C9D3CD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295CC0-F735-DB96-812F-C994BED89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629433"/>
            <a:ext cx="8229600" cy="4467497"/>
          </a:xfrm>
        </p:spPr>
      </p:pic>
    </p:spTree>
    <p:extLst>
      <p:ext uri="{BB962C8B-B14F-4D97-AF65-F5344CB8AC3E}">
        <p14:creationId xmlns:p14="http://schemas.microsoft.com/office/powerpoint/2010/main" val="864820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Phase-3 (Scalable Enterprise System)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ML model as SageMaker endpoint.</a:t>
            </a:r>
          </a:p>
          <a:p>
            <a:pPr lvl="1"/>
            <a:r>
              <a:t>Add LSTM &amp; Autoencoder models for deeper detection.</a:t>
            </a:r>
          </a:p>
          <a:p>
            <a:pPr lvl="1"/>
            <a:r>
              <a:t>Integrate with SOAR for automatic incident response.</a:t>
            </a:r>
          </a:p>
          <a:p>
            <a:pPr lvl="1"/>
            <a:r>
              <a:t>Add IAM Threat Analytics, Behavior Modeling, Alert Prioritization.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Phase-1 successfully proves the ML pipeline.</a:t>
            </a:r>
          </a:p>
          <a:p>
            <a:pPr lvl="1"/>
            <a:r>
              <a:t>AWS cloud integration is planned with cost optimization in mind.</a:t>
            </a:r>
          </a:p>
          <a:p>
            <a:pPr lvl="1"/>
            <a:r>
              <a:t>CloudTrail intentionally delayed to avoid wasting 90-day free tier.</a:t>
            </a:r>
          </a:p>
          <a:p>
            <a:pPr lvl="1"/>
            <a:r>
              <a:t>Final system will be real-time, scalable, and enterprise-ready.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538</Words>
  <Application>Microsoft Office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AI-Driven Cloud Monitoring &amp; Threat Detection System</vt:lpstr>
      <vt:lpstr>Problem Statement</vt:lpstr>
      <vt:lpstr>Phase-1 Prototype (Completed)</vt:lpstr>
      <vt:lpstr>Why CloudTrail is Essential</vt:lpstr>
      <vt:lpstr>Final Architecture (End Goal, 6 Months)</vt:lpstr>
      <vt:lpstr>Full Final Cloud Workflow (Explained)</vt:lpstr>
      <vt:lpstr>Machine Learning Models (Final System)</vt:lpstr>
      <vt:lpstr>Phase-2 (Cloud Integration)</vt:lpstr>
      <vt:lpstr>Architecture</vt:lpstr>
      <vt:lpstr>Phase-3 (Scalable Enterprise System)</vt:lpstr>
      <vt:lpstr>Final Notes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Akshit Sharma</cp:lastModifiedBy>
  <cp:revision>2</cp:revision>
  <dcterms:created xsi:type="dcterms:W3CDTF">2013-01-27T09:14:16Z</dcterms:created>
  <dcterms:modified xsi:type="dcterms:W3CDTF">2025-11-14T20:57:06Z</dcterms:modified>
  <cp:category/>
</cp:coreProperties>
</file>